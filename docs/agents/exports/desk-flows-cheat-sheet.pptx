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Desk flows cheat sheet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Make a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Write a YAML file with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,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,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and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Put it in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.desk/flows/&lt;id&gt;.yaml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for the team or in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.ai.local/desk/flows/&lt;id&gt;.yaml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for you only.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 file that does not parse or validate is not used, so check it on the Flows page.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Run a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--flow ID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runs the issue on that flow.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Without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--flow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, the desk uses the flow of the issue's first label in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flowLabels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, else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defaultFlow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At a gate, use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 &lt;n&gt;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to go on, or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 &lt;n&gt; --to TARGET TEXT...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to send feedback.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Kaine Forge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Desk flows cheat sheet</dc:title>
  <dc:subject>Desk flows cheat sheet</dc:subject>
  <dc:creator>Kaine Forge</dc:creator>
  <cp:lastModifiedBy>Kaine Forge</cp:lastModifiedBy>
  <cp:revision>1</cp:revision>
  <dcterms:created xsi:type="dcterms:W3CDTF">2000-01-01T00:00:00Z</dcterms:created>
  <dcterms:modified xsi:type="dcterms:W3CDTF">2000-01-01T00:00:00Z</dcterms:modified>
</cp:coreProperties>
</file>